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508849-AA46-4D82-BD96-B211DEFA141B}" v="2" dt="2026-04-19T07:26:28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vavilapalli" userId="378470feeb9e1e90" providerId="LiveId" clId="{8B37D3C7-0550-4A93-A608-1F683ED1857B}"/>
    <pc:docChg chg="custSel addSld delSld modSld">
      <pc:chgData name="pavithra vavilapalli" userId="378470feeb9e1e90" providerId="LiveId" clId="{8B37D3C7-0550-4A93-A608-1F683ED1857B}" dt="2026-04-19T07:40:58.750" v="67" actId="2696"/>
      <pc:docMkLst>
        <pc:docMk/>
      </pc:docMkLst>
      <pc:sldChg chg="modSp mod">
        <pc:chgData name="pavithra vavilapalli" userId="378470feeb9e1e90" providerId="LiveId" clId="{8B37D3C7-0550-4A93-A608-1F683ED1857B}" dt="2026-04-19T07:38:45.538" v="48" actId="2711"/>
        <pc:sldMkLst>
          <pc:docMk/>
          <pc:sldMk cId="0" sldId="256"/>
        </pc:sldMkLst>
        <pc:spChg chg="mod">
          <ac:chgData name="pavithra vavilapalli" userId="378470feeb9e1e90" providerId="LiveId" clId="{8B37D3C7-0550-4A93-A608-1F683ED1857B}" dt="2026-04-19T07:38:31.760" v="47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8:45.538" v="48" actId="2711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8:01.353" v="45" actId="255"/>
        <pc:sldMkLst>
          <pc:docMk/>
          <pc:sldMk cId="0" sldId="257"/>
        </pc:sldMkLst>
        <pc:spChg chg="mod">
          <ac:chgData name="pavithra vavilapalli" userId="378470feeb9e1e90" providerId="LiveId" clId="{8B37D3C7-0550-4A93-A608-1F683ED1857B}" dt="2026-04-19T07:38:01.353" v="45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1:40.334" v="9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7:49.629" v="44" actId="2711"/>
        <pc:sldMkLst>
          <pc:docMk/>
          <pc:sldMk cId="0" sldId="258"/>
        </pc:sldMkLst>
        <pc:spChg chg="mod">
          <ac:chgData name="pavithra vavilapalli" userId="378470feeb9e1e90" providerId="LiveId" clId="{8B37D3C7-0550-4A93-A608-1F683ED1857B}" dt="2026-04-19T07:37:42.440" v="43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7:49.629" v="44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7:24.015" v="41" actId="2711"/>
        <pc:sldMkLst>
          <pc:docMk/>
          <pc:sldMk cId="0" sldId="259"/>
        </pc:sldMkLst>
        <pc:spChg chg="mod">
          <ac:chgData name="pavithra vavilapalli" userId="378470feeb9e1e90" providerId="LiveId" clId="{8B37D3C7-0550-4A93-A608-1F683ED1857B}" dt="2026-04-19T07:37:24.015" v="41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7:13.779" v="40" actId="2711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6:44.727" v="38" actId="2711"/>
        <pc:sldMkLst>
          <pc:docMk/>
          <pc:sldMk cId="0" sldId="260"/>
        </pc:sldMkLst>
        <pc:spChg chg="mod">
          <ac:chgData name="pavithra vavilapalli" userId="378470feeb9e1e90" providerId="LiveId" clId="{8B37D3C7-0550-4A93-A608-1F683ED1857B}" dt="2026-04-19T07:36:44.727" v="38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4:28.368" v="24" actId="2711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6:33.641" v="37" actId="255"/>
        <pc:sldMkLst>
          <pc:docMk/>
          <pc:sldMk cId="0" sldId="261"/>
        </pc:sldMkLst>
        <pc:spChg chg="mod">
          <ac:chgData name="pavithra vavilapalli" userId="378470feeb9e1e90" providerId="LiveId" clId="{8B37D3C7-0550-4A93-A608-1F683ED1857B}" dt="2026-04-19T07:36:33.641" v="37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4:48.189" v="27" actId="2711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5:57.369" v="35" actId="122"/>
        <pc:sldMkLst>
          <pc:docMk/>
          <pc:sldMk cId="0" sldId="262"/>
        </pc:sldMkLst>
        <pc:spChg chg="mod">
          <ac:chgData name="pavithra vavilapalli" userId="378470feeb9e1e90" providerId="LiveId" clId="{8B37D3C7-0550-4A93-A608-1F683ED1857B}" dt="2026-04-19T07:35:57.369" v="35" actId="122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5:11.319" v="30" actId="2711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vithra vavilapalli" userId="378470feeb9e1e90" providerId="LiveId" clId="{8B37D3C7-0550-4A93-A608-1F683ED1857B}" dt="2026-04-19T07:35:38.089" v="34" actId="2711"/>
        <pc:sldMkLst>
          <pc:docMk/>
          <pc:sldMk cId="0" sldId="263"/>
        </pc:sldMkLst>
        <pc:spChg chg="mod">
          <ac:chgData name="pavithra vavilapalli" userId="378470feeb9e1e90" providerId="LiveId" clId="{8B37D3C7-0550-4A93-A608-1F683ED1857B}" dt="2026-04-19T07:35:29.858" v="33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vithra vavilapalli" userId="378470feeb9e1e90" providerId="LiveId" clId="{8B37D3C7-0550-4A93-A608-1F683ED1857B}" dt="2026-04-19T07:35:38.089" v="34" actId="2711"/>
          <ac:spMkLst>
            <pc:docMk/>
            <pc:sldMk cId="0" sldId="263"/>
            <ac:spMk id="3" creationId="{00000000-0000-0000-0000-000000000000}"/>
          </ac:spMkLst>
        </pc:spChg>
      </pc:sldChg>
      <pc:sldChg chg="new del">
        <pc:chgData name="pavithra vavilapalli" userId="378470feeb9e1e90" providerId="LiveId" clId="{8B37D3C7-0550-4A93-A608-1F683ED1857B}" dt="2026-04-19T07:40:14.586" v="64" actId="2696"/>
        <pc:sldMkLst>
          <pc:docMk/>
          <pc:sldMk cId="1032205216" sldId="264"/>
        </pc:sldMkLst>
      </pc:sldChg>
      <pc:sldChg chg="modSp new del mod">
        <pc:chgData name="pavithra vavilapalli" userId="378470feeb9e1e90" providerId="LiveId" clId="{8B37D3C7-0550-4A93-A608-1F683ED1857B}" dt="2026-04-19T07:40:01.646" v="61" actId="2696"/>
        <pc:sldMkLst>
          <pc:docMk/>
          <pc:sldMk cId="3195401448" sldId="264"/>
        </pc:sldMkLst>
        <pc:spChg chg="mod">
          <ac:chgData name="pavithra vavilapalli" userId="378470feeb9e1e90" providerId="LiveId" clId="{8B37D3C7-0550-4A93-A608-1F683ED1857B}" dt="2026-04-19T07:39:22.603" v="60" actId="5793"/>
          <ac:spMkLst>
            <pc:docMk/>
            <pc:sldMk cId="3195401448" sldId="264"/>
            <ac:spMk id="3" creationId="{B03A93C0-61B5-D0BE-E25A-573E05908ACE}"/>
          </ac:spMkLst>
        </pc:spChg>
      </pc:sldChg>
      <pc:sldChg chg="new del">
        <pc:chgData name="pavithra vavilapalli" userId="378470feeb9e1e90" providerId="LiveId" clId="{8B37D3C7-0550-4A93-A608-1F683ED1857B}" dt="2026-04-19T07:40:55.126" v="66" actId="2696"/>
        <pc:sldMkLst>
          <pc:docMk/>
          <pc:sldMk cId="1384009787" sldId="265"/>
        </pc:sldMkLst>
      </pc:sldChg>
      <pc:sldChg chg="new del">
        <pc:chgData name="pavithra vavilapalli" userId="378470feeb9e1e90" providerId="LiveId" clId="{8B37D3C7-0550-4A93-A608-1F683ED1857B}" dt="2026-04-19T07:40:58.750" v="67" actId="2696"/>
        <pc:sldMkLst>
          <pc:docMk/>
          <pc:sldMk cId="246945495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E9F9-68AE-0914-4D0B-21A52D927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82C22-731C-C503-6D96-73A15CC85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1540D-896E-8500-319F-54E0DFBD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A21D-EFD4-CA0E-FA03-360E5CB4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C5FE7-D386-2663-085C-83ABB35E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9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B57D-B782-8825-E4A4-7D2272CA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C1E8-A0AF-647A-F1FA-F7C73AA36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83D3-83D3-3EFB-2DBB-38C97A94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1139-6560-BE87-8B3D-FBA66918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69935-5660-C42D-1963-A34CDE76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5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E3FC-5FC7-BAF9-BB4E-67085C8B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7ED68-4FCA-D5F1-820F-1DBAE8C3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FD7D-F95F-49DF-4C18-32C7487E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FBD07-192E-FED5-EDF4-D77570D6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2E1E5-BDBA-DA6F-91A6-FD0026FC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D503-7977-BA3F-C28B-475C8B0CF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ED70-5F70-2F0E-B85C-B9FC7CCCB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B4FE4-CB22-5E07-1E92-E413F4943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E6A76-7D69-C59D-ECD0-28D8B407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7B25A-E2A4-64D1-F54A-7B9883C4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20AB0-8FCE-3131-DA58-2F513368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6FAD-4C43-4472-2D5C-ECD81E53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DE13F-792F-CEA3-53BB-5DE867AC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CDD84-B9B0-822C-2871-40C9B35B6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E2A5A-9763-C2DE-5F43-6C3DDC5E4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EB016-194C-06FA-DC4B-42937200C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9DEC5-1C48-D8EE-988F-27F0B2A0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A4DB0-E864-3877-2495-964D6C77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A59C0-702D-8B30-81AB-AC874ECE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0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5846-FB51-09F2-378E-7EB2071A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02B30-D14C-5E1D-C043-F5C16A8F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C07C7-73B7-0339-740F-E5113011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A07EF-391C-7139-F646-08C10EC6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6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15D7A-CD74-A943-F68A-AFCC988B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4045A-C94E-116A-9FA6-A427B300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61F43-FFD6-3495-29D4-5F5960A6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8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70D7-38DE-35A8-D88F-406F3422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35C6A-7D6B-AEC9-9F9D-E784516D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02F87-6361-5DE4-0A6F-15019DF59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ECEE9-A971-AEFF-D32D-43459A5F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D1B62-3172-423B-8A9A-C6054F40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9A8AB-B72D-2D94-4773-8E1942F4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80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9B46-2FE0-F3A8-9EDF-4033E0A7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8D7EA-224E-5D63-8A35-0AD62A4F3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5681B-403F-F786-4D52-01B6195DB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D6B1-4D1C-0FBA-60AD-D4D12D04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007B7-C2FB-4DD6-35D3-76B2CD2D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953AD-AC20-8DE6-409F-4F432B5C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3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620F-3695-2E65-535F-3DE920CD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889DD-37FD-85D8-C0A8-68041FF1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AFB06-AAC7-161B-DBC4-7F8CD1EB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47485-55FA-C020-98EB-D15FBC95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E72CE-58C1-8A7A-23D4-1EADC628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0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93DC04-223C-F84F-51C5-4D50DB250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4D080-F9D5-DBAD-4626-6A70ABB85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3835-C386-356C-57F6-C0C652E0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ED32-5F72-50CC-55F6-90BE0C54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88A7D-25C2-D85F-FD30-78A225F2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3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F33E0-12A4-D982-B2D0-2D319AE4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C47BD-4E9F-CC3E-54D6-5AF9C5630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E758-483C-E7CA-DFF7-D5DC9A3A3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2B9E-5B5A-2E9C-3E63-98E68E545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0CF6E-0ED0-D421-8D12-A5D4FDF22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3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54162"/>
          </a:xfrm>
        </p:spPr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Delivery Delay</a:t>
            </a:r>
            <a:br>
              <a:rPr lang="en-US" dirty="0"/>
            </a:br>
            <a:r>
              <a:rPr dirty="0"/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(DALC with Real-World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1400"/>
            <a:ext cx="8229600" cy="3814763"/>
          </a:xfrm>
        </p:spPr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Study: Swiggy &amp; Zomato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DALC to solve delivery delays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867"/>
            <a:ext cx="8229600" cy="1202265"/>
          </a:xfrm>
        </p:spPr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Business Understanding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Problem Definition</a:t>
            </a:r>
            <a:endParaRPr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3533"/>
            <a:ext cx="8229600" cy="4102630"/>
          </a:xfrm>
        </p:spPr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Late deliveries affecting customer satisfaction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Swiggy faces delays during peak dinner hours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 gets complaints due to traffic &amp; restaurant delays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 Reduce delivery time &amp; improve ratings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 Acquisition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Understanding</a:t>
            </a:r>
            <a:endParaRPr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data from: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Order history (Swiggy/Zomato apps)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GPS rider tracking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Traffic APIs (Google Maps)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Restaurant prep time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Customer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Data Preparation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EDA</a:t>
            </a:r>
            <a:endParaRPr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</a:t>
            </a:r>
            <a:r>
              <a:rPr sz="2800" dirty="0"/>
              <a:t> &amp; process data:</a:t>
            </a:r>
          </a:p>
          <a:p>
            <a:r>
              <a:rPr sz="2800" dirty="0"/>
              <a:t>- Remove missing timestamps</a:t>
            </a:r>
          </a:p>
          <a:p>
            <a:r>
              <a:rPr sz="2800" dirty="0"/>
              <a:t>- Standardize time formats</a:t>
            </a:r>
          </a:p>
          <a:p>
            <a:r>
              <a:rPr sz="2800" dirty="0"/>
              <a:t>- Create features: peak hour, distance, delay flag</a:t>
            </a:r>
          </a:p>
          <a:p>
            <a:r>
              <a:rPr sz="2800" dirty="0"/>
              <a:t>Example:</a:t>
            </a:r>
          </a:p>
          <a:p>
            <a:r>
              <a:rPr sz="2800" dirty="0"/>
              <a:t>Zomato categorizes orders into peak vs non-peak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Modeling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9533"/>
            <a:ext cx="8229600" cy="4356630"/>
          </a:xfrm>
        </p:spPr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models: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Regression to predict delivery time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Clustering for high-delay zones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Swiggy uses ML to predict ETA based on traffic &amp;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/>
              <a:t>5. Validation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model accuracy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predicted vs actual delivery time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 tests model in selected cities before rollout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 Traffic + peak hours cause major delays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Impact: Helps improve ETA 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reliability,Customer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satisfaction,and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delivery planning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Deployment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solutions: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Real-time ETA updates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Smart rider allocation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Route optimization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Swiggy shows dynamic delivery time in app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Communicate via dashboards &amp;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Continuously monitor: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Delivery time trends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Customer complaints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models regularly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Zomato adjusts algorithms during festivals/high demand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279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Food Delivery Delay  (DALC with Real-World Examples)</vt:lpstr>
      <vt:lpstr>1. Business Understanding &amp; Problem Definition</vt:lpstr>
      <vt:lpstr>2. Data Acquisition &amp; Understanding</vt:lpstr>
      <vt:lpstr>3. Data Preparation &amp; EDA</vt:lpstr>
      <vt:lpstr>4. Modeling &amp; Analysis</vt:lpstr>
      <vt:lpstr>5. Validation &amp; Interpretation</vt:lpstr>
      <vt:lpstr>6. Deployment &amp; Communication</vt:lpstr>
      <vt:lpstr>7. Monitoring &amp; Maintenance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pavithra vavilapalli</dc:creator>
  <cp:keywords/>
  <dc:description>generated using python-pptx</dc:description>
  <cp:lastModifiedBy>pavithra vavilapalli</cp:lastModifiedBy>
  <cp:revision>2</cp:revision>
  <dcterms:created xsi:type="dcterms:W3CDTF">2013-01-27T09:14:16Z</dcterms:created>
  <dcterms:modified xsi:type="dcterms:W3CDTF">2026-04-19T07:40:59Z</dcterms:modified>
  <cp:category/>
</cp:coreProperties>
</file>