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82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2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03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58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95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933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347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8247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25578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42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9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830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5733"/>
            <a:ext cx="8229600" cy="1312333"/>
          </a:xfrm>
        </p:spPr>
        <p:txBody>
          <a:bodyPr>
            <a:normAutofit fontScale="90000"/>
          </a:bodyPr>
          <a:lstStyle/>
          <a:p>
            <a:pPr algn="ctr"/>
            <a:r>
              <a:rPr sz="4000" b="1" dirty="0"/>
              <a:t>E-Commerce Cart Abandonment</a:t>
            </a:r>
            <a:br>
              <a:rPr lang="en-IN" sz="4000" b="1" dirty="0"/>
            </a:br>
            <a:r>
              <a:rPr sz="4000" b="1" dirty="0"/>
              <a:t> </a:t>
            </a:r>
            <a:r>
              <a:rPr sz="2800" b="1" dirty="0"/>
              <a:t>(DALC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16199"/>
            <a:ext cx="8229600" cy="3509963"/>
          </a:xfrm>
        </p:spPr>
        <p:txBody>
          <a:bodyPr>
            <a:normAutofit/>
          </a:bodyPr>
          <a:lstStyle/>
          <a:p>
            <a:r>
              <a:rPr sz="2800" dirty="0"/>
              <a:t>End-to-end data analytics lifecycle</a:t>
            </a:r>
          </a:p>
          <a:p>
            <a:r>
              <a:rPr sz="2800" dirty="0"/>
              <a:t>Focus: Reduce cart abandonment &amp; improve conversions</a:t>
            </a:r>
          </a:p>
          <a:p>
            <a:r>
              <a:rPr sz="2800" dirty="0"/>
              <a:t>Domain: Online retail / e-commerce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494895"/>
          </a:xfrm>
        </p:spPr>
        <p:txBody>
          <a:bodyPr>
            <a:noAutofit/>
          </a:bodyPr>
          <a:lstStyle/>
          <a:p>
            <a:pPr algn="ctr"/>
            <a:r>
              <a:rPr sz="3600" b="1" dirty="0"/>
              <a:t> </a:t>
            </a:r>
            <a:r>
              <a:rPr lang="en-IN" sz="3600" b="1" dirty="0"/>
              <a:t>1.</a:t>
            </a:r>
            <a:r>
              <a:rPr sz="3600" b="1" dirty="0"/>
              <a:t>Business Understanding &amp; </a:t>
            </a:r>
            <a:br>
              <a:rPr lang="en-IN" sz="3600" b="1" dirty="0"/>
            </a:br>
            <a:r>
              <a:rPr sz="3600" b="1" dirty="0"/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0467"/>
            <a:ext cx="8229600" cy="4085696"/>
          </a:xfrm>
        </p:spPr>
        <p:txBody>
          <a:bodyPr>
            <a:normAutofit/>
          </a:bodyPr>
          <a:lstStyle/>
          <a:p>
            <a:r>
              <a:rPr sz="2800" dirty="0"/>
              <a:t>Problem: ~70% users abandon carts</a:t>
            </a:r>
          </a:p>
          <a:p>
            <a:r>
              <a:rPr sz="2800" dirty="0"/>
              <a:t>Impact: Revenue loss &amp; low conversion</a:t>
            </a:r>
          </a:p>
          <a:p>
            <a:r>
              <a:rPr sz="2800" dirty="0"/>
              <a:t>Goal: Improve checkout completion rate</a:t>
            </a:r>
          </a:p>
          <a:p>
            <a:r>
              <a:rPr sz="2800" dirty="0"/>
              <a:t>KPIs: Conversion rate, bounce rate, avg order value</a:t>
            </a:r>
          </a:p>
          <a:p>
            <a:r>
              <a:rPr sz="2800" dirty="0"/>
              <a:t>Stakeholders: Product team, marketing, UX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414867"/>
            <a:ext cx="8079581" cy="1742864"/>
          </a:xfrm>
        </p:spPr>
        <p:txBody>
          <a:bodyPr>
            <a:normAutofit/>
          </a:bodyPr>
          <a:lstStyle/>
          <a:p>
            <a:pPr algn="ctr"/>
            <a:r>
              <a:rPr sz="3600" b="1" dirty="0"/>
              <a:t>2. Data Acquisition &amp;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18267"/>
            <a:ext cx="8229600" cy="3907896"/>
          </a:xfrm>
        </p:spPr>
        <p:txBody>
          <a:bodyPr>
            <a:normAutofit/>
          </a:bodyPr>
          <a:lstStyle/>
          <a:p>
            <a:r>
              <a:rPr sz="2800" dirty="0"/>
              <a:t>Sources: Website/app logs, transaction data</a:t>
            </a:r>
          </a:p>
          <a:p>
            <a:r>
              <a:rPr sz="2800" dirty="0"/>
              <a:t>User data: demographics, device, location</a:t>
            </a:r>
          </a:p>
          <a:p>
            <a:r>
              <a:rPr sz="2800" dirty="0"/>
              <a:t>Behavioral data: clicks, time spent, cart activity</a:t>
            </a:r>
          </a:p>
          <a:p>
            <a:r>
              <a:rPr sz="2800" dirty="0"/>
              <a:t>Payment data: success/failure logs</a:t>
            </a:r>
          </a:p>
          <a:p>
            <a:r>
              <a:rPr sz="2800" dirty="0"/>
              <a:t>Tools: Google Analytics, database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186267"/>
            <a:ext cx="8079581" cy="1608666"/>
          </a:xfrm>
        </p:spPr>
        <p:txBody>
          <a:bodyPr>
            <a:normAutofit/>
          </a:bodyPr>
          <a:lstStyle/>
          <a:p>
            <a:pPr algn="ctr"/>
            <a:r>
              <a:rPr sz="3600" b="1" dirty="0"/>
              <a:t>3. Data Preparation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>
            <a:normAutofit/>
          </a:bodyPr>
          <a:lstStyle/>
          <a:p>
            <a:r>
              <a:rPr sz="2800" dirty="0"/>
              <a:t>Handle missing &amp; duplicate data</a:t>
            </a:r>
          </a:p>
          <a:p>
            <a:r>
              <a:rPr sz="2800" dirty="0"/>
              <a:t>Data transformation &amp; feature engineering</a:t>
            </a:r>
          </a:p>
          <a:p>
            <a:r>
              <a:rPr sz="2800" dirty="0"/>
              <a:t>Analyze drop-off at each funnel stage</a:t>
            </a:r>
          </a:p>
          <a:p>
            <a:r>
              <a:rPr sz="2800" dirty="0"/>
              <a:t>Segment users (new vs returning)</a:t>
            </a:r>
          </a:p>
          <a:p>
            <a:r>
              <a:rPr sz="2800" dirty="0"/>
              <a:t>Visualizations: heatmaps, funnel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168400"/>
          </a:xfrm>
        </p:spPr>
        <p:txBody>
          <a:bodyPr>
            <a:normAutofit/>
          </a:bodyPr>
          <a:lstStyle/>
          <a:p>
            <a:pPr algn="ctr"/>
            <a:r>
              <a:rPr sz="3600" b="1" dirty="0"/>
              <a:t>4. Modeling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6667"/>
            <a:ext cx="8229600" cy="4009496"/>
          </a:xfrm>
        </p:spPr>
        <p:txBody>
          <a:bodyPr>
            <a:normAutofit/>
          </a:bodyPr>
          <a:lstStyle/>
          <a:p>
            <a:r>
              <a:rPr sz="2800" dirty="0"/>
              <a:t>Models: Logistic Regression, Decision Tree</a:t>
            </a:r>
          </a:p>
          <a:p>
            <a:r>
              <a:rPr sz="2800" dirty="0"/>
              <a:t>Classification: Abandon vs Purchase</a:t>
            </a:r>
          </a:p>
          <a:p>
            <a:r>
              <a:rPr sz="2800" dirty="0"/>
              <a:t>Feature importance analysis</a:t>
            </a:r>
          </a:p>
          <a:p>
            <a:r>
              <a:rPr sz="2800" dirty="0"/>
              <a:t>Identify key drivers (cost, UX, speed)</a:t>
            </a:r>
          </a:p>
          <a:p>
            <a:r>
              <a:rPr sz="2800" dirty="0"/>
              <a:t>Use clustering for customer segmentation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313267"/>
            <a:ext cx="8079581" cy="1557866"/>
          </a:xfrm>
        </p:spPr>
        <p:txBody>
          <a:bodyPr>
            <a:normAutofit/>
          </a:bodyPr>
          <a:lstStyle/>
          <a:p>
            <a:pPr algn="ctr"/>
            <a:r>
              <a:rPr sz="3600" b="1" dirty="0"/>
              <a:t>5. Validation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81199"/>
            <a:ext cx="8305800" cy="4144963"/>
          </a:xfrm>
        </p:spPr>
        <p:txBody>
          <a:bodyPr>
            <a:normAutofit/>
          </a:bodyPr>
          <a:lstStyle/>
          <a:p>
            <a:r>
              <a:rPr sz="2800" dirty="0"/>
              <a:t>Metrics: Accuracy, Precision, Recall, F1-score</a:t>
            </a:r>
          </a:p>
          <a:p>
            <a:r>
              <a:rPr sz="2800" dirty="0"/>
              <a:t>Cross-validation techniques</a:t>
            </a:r>
          </a:p>
          <a:p>
            <a:r>
              <a:rPr sz="2800" dirty="0"/>
              <a:t>Insights: High delivery charges</a:t>
            </a:r>
          </a:p>
          <a:p>
            <a:r>
              <a:rPr sz="2800" dirty="0"/>
              <a:t>Complex checkout flow</a:t>
            </a:r>
          </a:p>
          <a:p>
            <a:r>
              <a:rPr sz="2800" dirty="0"/>
              <a:t>Trust/security concerns &amp; slow loading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329267"/>
          </a:xfrm>
        </p:spPr>
        <p:txBody>
          <a:bodyPr>
            <a:normAutofit/>
          </a:bodyPr>
          <a:lstStyle/>
          <a:p>
            <a:pPr algn="ctr"/>
            <a:r>
              <a:rPr sz="3600" b="1" dirty="0"/>
              <a:t>6. Deployment &amp;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0467"/>
            <a:ext cx="8229600" cy="4085696"/>
          </a:xfrm>
        </p:spPr>
        <p:txBody>
          <a:bodyPr>
            <a:normAutofit/>
          </a:bodyPr>
          <a:lstStyle/>
          <a:p>
            <a:r>
              <a:rPr sz="2800" dirty="0"/>
              <a:t>Implement 1-click/guest checkout</a:t>
            </a:r>
          </a:p>
          <a:p>
            <a:r>
              <a:rPr sz="2800" dirty="0"/>
              <a:t>Display total cost upfront</a:t>
            </a:r>
          </a:p>
          <a:p>
            <a:r>
              <a:rPr sz="2800" dirty="0"/>
              <a:t>Enable UPI, COD, wallets, cards</a:t>
            </a:r>
          </a:p>
          <a:p>
            <a:r>
              <a:rPr sz="2800" dirty="0"/>
              <a:t>Use retargeting emails/notifications</a:t>
            </a:r>
          </a:p>
          <a:p>
            <a:r>
              <a:rPr sz="2800" dirty="0"/>
              <a:t>Dashboards using Power BI/Tableau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303867"/>
          </a:xfrm>
        </p:spPr>
        <p:txBody>
          <a:bodyPr>
            <a:normAutofit/>
          </a:bodyPr>
          <a:lstStyle/>
          <a:p>
            <a:pPr algn="ctr"/>
            <a:r>
              <a:rPr sz="3600" b="1" dirty="0"/>
              <a:t>7. Monitoring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75933"/>
            <a:ext cx="8229600" cy="3950230"/>
          </a:xfrm>
        </p:spPr>
        <p:txBody>
          <a:bodyPr>
            <a:normAutofit/>
          </a:bodyPr>
          <a:lstStyle/>
          <a:p>
            <a:r>
              <a:rPr sz="2800" dirty="0"/>
              <a:t>Track KPIs continuously</a:t>
            </a:r>
          </a:p>
          <a:p>
            <a:r>
              <a:rPr sz="2800" dirty="0"/>
              <a:t>Run A/B testing for changes</a:t>
            </a:r>
          </a:p>
          <a:p>
            <a:r>
              <a:rPr sz="2800" dirty="0"/>
              <a:t>Monitor model performance</a:t>
            </a:r>
          </a:p>
          <a:p>
            <a:r>
              <a:rPr sz="2800" dirty="0"/>
              <a:t>Update based on user feedback</a:t>
            </a:r>
          </a:p>
          <a:p>
            <a:r>
              <a:rPr sz="2800" dirty="0"/>
              <a:t>Continuous UX improvements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24</TotalTime>
  <Words>284</Words>
  <Application>Microsoft Office PowerPoint</Application>
  <PresentationFormat>On-screen Show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Garamond</vt:lpstr>
      <vt:lpstr>Savon</vt:lpstr>
      <vt:lpstr>E-Commerce Cart Abandonment  (DALC Model)</vt:lpstr>
      <vt:lpstr> 1.Business Understanding &amp;  Problem Definition</vt:lpstr>
      <vt:lpstr>2. Data Acquisition &amp; Understanding</vt:lpstr>
      <vt:lpstr>3. Data Preparation &amp; EDA</vt:lpstr>
      <vt:lpstr>4. Modeling &amp; Analysis</vt:lpstr>
      <vt:lpstr>5. Validation &amp; Interpretation</vt:lpstr>
      <vt:lpstr>6. Deployment &amp; Communication</vt:lpstr>
      <vt:lpstr>7. Monitoring &amp; Maintenance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pavithra vavilapalli</dc:creator>
  <cp:keywords/>
  <dc:description>generated using python-pptx</dc:description>
  <cp:lastModifiedBy>pavithra vavilapalli</cp:lastModifiedBy>
  <cp:revision>3</cp:revision>
  <dcterms:created xsi:type="dcterms:W3CDTF">2013-01-27T09:14:16Z</dcterms:created>
  <dcterms:modified xsi:type="dcterms:W3CDTF">2026-04-20T06:23:49Z</dcterms:modified>
  <cp:category/>
</cp:coreProperties>
</file>